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572000" cy="45720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40864"/>
            <a:ext cx="1280160" cy="502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Plateforme NAJDA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6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 ·  Communications  ·  Acteurs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E67E22">
              <a:alpha val="6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3246120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4A90D9">
              <a:alpha val="6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324612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3246120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27AE60">
              <a:alpha val="6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24612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3246120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8E44AD">
              <a:alpha val="65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324612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3246120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5DADE2">
              <a:alpha val="65000"/>
            </a:srgbClr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24612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 ·  PostgreSQL  ·  React Web  ·  Mobile App  ·  Keycloak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Les acteurs &amp; leurs communications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540496" y="146304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146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/home/azas/TSP_Project/najda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743" y="868680"/>
            <a:ext cx="5094514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645152"/>
            <a:ext cx="8229600" cy="329184"/>
          </a:xfrm>
          <a:prstGeom prst="rect">
            <a:avLst/>
          </a:prstGeom>
          <a:solidFill>
            <a:srgbClr val="D6E8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acteur communique exclusivement via la Plateforme NAJDA — aucune communication directe entre acteurs.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complète — Sécurité de bout en bout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540496" y="146304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146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7" name="Image 0" descr="/home/azas/TSP_Project/najda_architecture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868680"/>
            <a:ext cx="495300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" y="466344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E67E22">
              <a:alpha val="8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" y="4663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39696" y="466344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9696" y="4663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85616" y="466344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85616" y="4663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31536" y="466344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8E44AD">
              <a:alpha val="85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1536" y="4663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77456" y="466344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5DADE2">
              <a:alpha val="85000"/>
            </a:srgbClr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77456" y="4663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protège vos données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540496" y="146304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146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" y="960120"/>
            <a:ext cx="4114800" cy="162763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1440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914400"/>
            <a:ext cx="118872" cy="16276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914400" cy="914400"/>
          </a:xfrm>
          <a:prstGeom prst="ellipse">
            <a:avLst/>
          </a:prstGeom>
          <a:solidFill>
            <a:srgbClr val="FEF0E3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9344" y="11521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9344" y="158191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centralisée (SSO)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9344" y="190195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 de passe ne circule vers l'API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960120"/>
            <a:ext cx="4114800" cy="162763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91440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914400"/>
            <a:ext cx="118872" cy="16276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01184" y="1261872"/>
            <a:ext cx="914400" cy="914400"/>
          </a:xfrm>
          <a:prstGeom prst="ellipse">
            <a:avLst/>
          </a:prstGeom>
          <a:solidFill>
            <a:srgbClr val="D6E8F8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0" y="11521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158191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chiffrées en transit (TLS)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190195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vérifiée à chaque requête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" y="2834640"/>
            <a:ext cx="4114800" cy="162763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78892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788920"/>
            <a:ext cx="118872" cy="16276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136392"/>
            <a:ext cx="914400" cy="914400"/>
          </a:xfrm>
          <a:prstGeom prst="ellipse">
            <a:avLst/>
          </a:prstGeom>
          <a:solidFill>
            <a:srgbClr val="DFF5E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36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09344" y="302666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AES-256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9344" y="345643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militaire pour les données au repos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09344" y="377647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Illisibles sans clé secrète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27448" y="2834640"/>
            <a:ext cx="4114800" cy="162763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278892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2788920"/>
            <a:ext cx="118872" cy="16276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136392"/>
            <a:ext cx="914400" cy="914400"/>
          </a:xfrm>
          <a:prstGeom prst="ellipse">
            <a:avLst/>
          </a:prstGeom>
          <a:solidFill>
            <a:srgbClr val="F0E6F8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136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943600" y="302666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0" y="345643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tracée et horodatée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377647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des opérations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NAJDA — Architecture sécurisée de bout en bout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Plateforme NAJDA</dc:title>
  <dc:subject>PptxGenJS Presentation</dc:subject>
  <dc:creator>NAJDA</dc:creator>
  <cp:lastModifiedBy>NAJDA</cp:lastModifiedBy>
  <cp:revision>1</cp:revision>
  <dcterms:created xsi:type="dcterms:W3CDTF">2026-04-11T01:14:59Z</dcterms:created>
  <dcterms:modified xsi:type="dcterms:W3CDTF">2026-04-11T01:14:59Z</dcterms:modified>
</cp:coreProperties>
</file>