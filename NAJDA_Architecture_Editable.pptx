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029200" cy="50292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77440"/>
            <a:ext cx="1371600" cy="502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Plateforme NAJDA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 ·  Communications  ·  Acteurs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E67E22">
              <a:alpha val="6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324612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4A90D9">
              <a:alpha val="6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3246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68496" y="324612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27AE60">
              <a:alpha val="6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496" y="3246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78424" y="324612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8E44AD">
              <a:alpha val="65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8424" y="3246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88352" y="324612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5DADE2">
              <a:alpha val="65000"/>
            </a:srgbClr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3246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 ·  PostgreSQL  ·  React Web  ·  App Mobile  ·  Keycloak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Les acteurs &amp; leurs communications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58784" y="128016"/>
            <a:ext cx="420624" cy="42062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58784" y="128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623060"/>
            <a:ext cx="1829" cy="525780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36008" y="178536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78536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46504" y="2651760"/>
            <a:ext cx="1993392" cy="1829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240280" y="239572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H="1">
            <a:off x="5404104" y="2651760"/>
            <a:ext cx="1993392" cy="1829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97880" y="239572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1829" cy="480060"/>
          </a:xfrm>
          <a:prstGeom prst="line">
            <a:avLst/>
          </a:prstGeom>
          <a:noFill/>
          <a:ln w="20320">
            <a:solidFill>
              <a:srgbClr val="27AE6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36008" y="329412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329412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31336" y="708660"/>
            <a:ext cx="1572768" cy="96012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85616" y="66294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85616" y="662940"/>
            <a:ext cx="9144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675742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6757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13632" y="11612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3632" y="141732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globale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9456" y="2217420"/>
            <a:ext cx="1572768" cy="96012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" y="21717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" y="2171700"/>
            <a:ext cx="9144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2184502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218450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1752" y="26700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Entrepôt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" y="292608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stock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43216" y="2217420"/>
            <a:ext cx="1572768" cy="96012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97496" y="217170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97496" y="2171700"/>
            <a:ext cx="9144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27848" y="2184502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218450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🚚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25512" y="26700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25512" y="292608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 &amp; terrain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11880" y="2020824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C5DCF5"/>
          </a:solidFill>
          <a:ln w="12700">
            <a:solidFill>
              <a:srgbClr val="C5DC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66744" y="2075688"/>
            <a:ext cx="1810512" cy="1152144"/>
          </a:xfrm>
          <a:prstGeom prst="roundRect">
            <a:avLst>
              <a:gd name="adj" fmla="val 7937"/>
            </a:avLst>
          </a:prstGeom>
          <a:solidFill>
            <a:srgbClr val="B0D0F0"/>
          </a:solidFill>
          <a:ln w="12700">
            <a:solidFill>
              <a:srgbClr val="B0D0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12464" y="2121408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9BC3EB"/>
          </a:solidFill>
          <a:ln w="12700">
            <a:solidFill>
              <a:srgbClr val="9BC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85616" y="2194560"/>
            <a:ext cx="1664208" cy="10058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39896" y="2148840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39896" y="2148840"/>
            <a:ext cx="118872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06824" y="2249424"/>
            <a:ext cx="530352" cy="530352"/>
          </a:xfrm>
          <a:prstGeom prst="ellipse">
            <a:avLst/>
          </a:prstGeom>
          <a:solidFill>
            <a:srgbClr val="D6E8F8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06824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3886200" y="26700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NAJDA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86200" y="29260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93592" y="3525012"/>
            <a:ext cx="1956816" cy="1179576"/>
          </a:xfrm>
          <a:prstGeom prst="roundRect">
            <a:avLst>
              <a:gd name="adj" fmla="val 7752"/>
            </a:avLst>
          </a:prstGeom>
          <a:solidFill>
            <a:srgbClr val="C2EDD5"/>
          </a:solidFill>
          <a:ln w="12700">
            <a:solidFill>
              <a:srgbClr val="C2ED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48456" y="3579876"/>
            <a:ext cx="1847088" cy="1069848"/>
          </a:xfrm>
          <a:prstGeom prst="roundRect">
            <a:avLst>
              <a:gd name="adj" fmla="val 8547"/>
            </a:avLst>
          </a:prstGeom>
          <a:solidFill>
            <a:srgbClr val="AADFC2"/>
          </a:solidFill>
          <a:ln w="12700">
            <a:solidFill>
              <a:srgbClr val="AADF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3680460"/>
            <a:ext cx="1737360" cy="96012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03320" y="363474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634740"/>
            <a:ext cx="11887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25112" y="3711550"/>
            <a:ext cx="493776" cy="493776"/>
          </a:xfrm>
          <a:prstGeom prst="ellipse">
            <a:avLst/>
          </a:prstGeom>
          <a:solidFill>
            <a:srgbClr val="DF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5112" y="371155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849624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9624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 · AES-256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690872"/>
            <a:ext cx="73152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" y="4690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5216" y="483717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chiffrée en transit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37560" y="4690872"/>
            <a:ext cx="73152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65576" y="4690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65576" y="483717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vérifiée à chaque requête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17920" y="4690872"/>
            <a:ext cx="73152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45936" y="4690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45936" y="483717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chiffrées dans la base de données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complète — Sécurité de bout en bout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58784" y="128016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58784" y="128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H="1">
            <a:off x="1097280" y="1389888"/>
            <a:ext cx="3474720" cy="278892"/>
          </a:xfrm>
          <a:prstGeom prst="line">
            <a:avLst/>
          </a:prstGeom>
          <a:noFill/>
          <a:ln w="20320">
            <a:solidFill>
              <a:srgbClr val="E67E22"/>
            </a:solidFill>
            <a:prstDash val="dash"/>
            <a:tailEnd type="arrow"/>
          </a:ln>
        </p:spPr>
      </p:sp>
      <p:sp>
        <p:nvSpPr>
          <p:cNvPr id="8" name="Shape 6"/>
          <p:cNvSpPr/>
          <p:nvPr/>
        </p:nvSpPr>
        <p:spPr>
          <a:xfrm flipH="1">
            <a:off x="3017520" y="1389888"/>
            <a:ext cx="1554480" cy="278892"/>
          </a:xfrm>
          <a:prstGeom prst="line">
            <a:avLst/>
          </a:prstGeom>
          <a:noFill/>
          <a:ln w="20320">
            <a:solidFill>
              <a:srgbClr val="E67E22"/>
            </a:solidFill>
            <a:prstDash val="dash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572000" y="1389888"/>
            <a:ext cx="1554480" cy="278892"/>
          </a:xfrm>
          <a:prstGeom prst="line">
            <a:avLst/>
          </a:prstGeom>
          <a:noFill/>
          <a:ln w="20320">
            <a:solidFill>
              <a:srgbClr val="E67E22"/>
            </a:solidFill>
            <a:prstDash val="dash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1389888"/>
            <a:ext cx="3474720" cy="278892"/>
          </a:xfrm>
          <a:prstGeom prst="line">
            <a:avLst/>
          </a:prstGeom>
          <a:noFill/>
          <a:ln w="20320">
            <a:solidFill>
              <a:srgbClr val="E67E22"/>
            </a:solidFill>
            <a:prstDash val="dash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788920" y="138303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3830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Token JWT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2446020"/>
            <a:ext cx="2697480" cy="681228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017520" y="2446020"/>
            <a:ext cx="777240" cy="681228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 flipH="1">
            <a:off x="5349240" y="2446020"/>
            <a:ext cx="777240" cy="681228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 flipH="1">
            <a:off x="5349240" y="2446020"/>
            <a:ext cx="2697480" cy="681228"/>
          </a:xfrm>
          <a:prstGeom prst="line">
            <a:avLst/>
          </a:prstGeom>
          <a:noFill/>
          <a:ln w="20320">
            <a:solidFill>
              <a:srgbClr val="4A90D9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069080" y="255117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551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HTTPS + JWT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V="1">
            <a:off x="5349240" y="1078992"/>
            <a:ext cx="45720" cy="1865376"/>
          </a:xfrm>
          <a:prstGeom prst="line">
            <a:avLst/>
          </a:prstGeom>
          <a:noFill/>
          <a:ln w="20320">
            <a:solidFill>
              <a:srgbClr val="E67E22"/>
            </a:solidFill>
            <a:prstDash val="dash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553212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 flipH="1">
            <a:off x="2057400" y="3547872"/>
            <a:ext cx="2148840" cy="342900"/>
          </a:xfrm>
          <a:prstGeom prst="line">
            <a:avLst/>
          </a:prstGeom>
          <a:noFill/>
          <a:ln w="20320">
            <a:solidFill>
              <a:srgbClr val="8E44AD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537460" y="361873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7460" y="361873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Audit log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547872"/>
            <a:ext cx="365760" cy="342900"/>
          </a:xfrm>
          <a:prstGeom prst="line">
            <a:avLst/>
          </a:prstGeom>
          <a:noFill/>
          <a:ln w="20320">
            <a:solidFill>
              <a:srgbClr val="27AE60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434840" y="361873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61873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AES-256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39312" y="475488"/>
            <a:ext cx="1865376" cy="1024128"/>
          </a:xfrm>
          <a:prstGeom prst="roundRect">
            <a:avLst>
              <a:gd name="adj" fmla="val 8929"/>
            </a:avLst>
          </a:prstGeom>
          <a:solidFill>
            <a:srgbClr val="FADCC0"/>
          </a:solidFill>
          <a:ln w="12700">
            <a:solidFill>
              <a:srgbClr val="FADC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4176" y="530352"/>
            <a:ext cx="1755648" cy="914400"/>
          </a:xfrm>
          <a:prstGeom prst="roundRect">
            <a:avLst>
              <a:gd name="adj" fmla="val 10000"/>
            </a:avLst>
          </a:prstGeom>
          <a:solidFill>
            <a:srgbClr val="F5CBA7"/>
          </a:solidFill>
          <a:ln w="12700">
            <a:solidFill>
              <a:srgbClr val="F5CB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630936"/>
            <a:ext cx="1645920" cy="804672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585216"/>
            <a:ext cx="1645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585216"/>
            <a:ext cx="118872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665683"/>
            <a:ext cx="493776" cy="493776"/>
          </a:xfrm>
          <a:prstGeom prst="ellipse">
            <a:avLst/>
          </a:prstGeom>
          <a:solidFill>
            <a:srgbClr val="FEF0E3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66568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95344" y="978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5344" y="12070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identités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" y="1714500"/>
            <a:ext cx="132588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" y="16687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" y="1668780"/>
            <a:ext cx="914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" y="1630375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16303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62356" y="20756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" y="233172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00300" y="1714500"/>
            <a:ext cx="132588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54580" y="16687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4580" y="1668780"/>
            <a:ext cx="914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61488" y="1630375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61488" y="16303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482596" y="20756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Entrepôt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482596" y="233172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stock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09260" y="1714500"/>
            <a:ext cx="132588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63540" y="16687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63540" y="1668780"/>
            <a:ext cx="914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1630375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0448" y="16303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🚚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591556" y="20756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91556" y="233172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29500" y="1714500"/>
            <a:ext cx="132588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83780" y="166878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83780" y="1668780"/>
            <a:ext cx="914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90688" y="1630375"/>
            <a:ext cx="512064" cy="512064"/>
          </a:xfrm>
          <a:prstGeom prst="ellipse">
            <a:avLst/>
          </a:prstGeom>
          <a:solidFill>
            <a:srgbClr val="D6E8F8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90688" y="16303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511796" y="20756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511796" y="233172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85032" y="2596896"/>
            <a:ext cx="1773936" cy="1060704"/>
          </a:xfrm>
          <a:prstGeom prst="roundRect">
            <a:avLst>
              <a:gd name="adj" fmla="val 8621"/>
            </a:avLst>
          </a:prstGeom>
          <a:solidFill>
            <a:srgbClr val="BDD6F0"/>
          </a:solidFill>
          <a:ln w="12700">
            <a:solidFill>
              <a:srgbClr val="BDD6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39896" y="2651760"/>
            <a:ext cx="1664208" cy="950976"/>
          </a:xfrm>
          <a:prstGeom prst="roundRect">
            <a:avLst>
              <a:gd name="adj" fmla="val 9615"/>
            </a:avLst>
          </a:prstGeom>
          <a:solidFill>
            <a:srgbClr val="A8CBF0"/>
          </a:solidFill>
          <a:ln w="12700">
            <a:solidFill>
              <a:srgbClr val="A8CB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76472" y="2688336"/>
            <a:ext cx="1591056" cy="877824"/>
          </a:xfrm>
          <a:prstGeom prst="roundRect">
            <a:avLst>
              <a:gd name="adj" fmla="val 10417"/>
            </a:avLst>
          </a:prstGeom>
          <a:solidFill>
            <a:srgbClr val="92C0EC"/>
          </a:solidFill>
          <a:ln w="12700">
            <a:solidFill>
              <a:srgbClr val="92C0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40480" y="2752344"/>
            <a:ext cx="1554480" cy="841248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94760" y="2706624"/>
            <a:ext cx="1554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38100">
            <a:solidFill>
              <a:srgbClr val="4A90D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94760" y="2706624"/>
            <a:ext cx="118872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25112" y="2773924"/>
            <a:ext cx="493776" cy="493776"/>
          </a:xfrm>
          <a:prstGeom prst="ellipse">
            <a:avLst/>
          </a:prstGeom>
          <a:solidFill>
            <a:srgbClr val="D6E8F8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25112" y="27739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3941064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NAJDA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941064" y="3337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03020" y="3936492"/>
            <a:ext cx="160020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57300" y="3890772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57300" y="3890772"/>
            <a:ext cx="91440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01368" y="3852367"/>
            <a:ext cx="512064" cy="512064"/>
          </a:xfrm>
          <a:prstGeom prst="ellipse">
            <a:avLst/>
          </a:prstGeom>
          <a:solidFill>
            <a:srgbClr val="F0E6F8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01368" y="385236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385316" y="4297680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385316" y="45537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137660" y="3799332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BEEBD2"/>
          </a:solidFill>
          <a:ln w="12700">
            <a:solidFill>
              <a:srgbClr val="BEEBD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83380" y="3845052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A8E0C0"/>
          </a:solidFill>
          <a:ln w="12700">
            <a:solidFill>
              <a:srgbClr val="A8E0C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274820" y="3936492"/>
            <a:ext cx="1600200" cy="777240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29100" y="3890772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29100" y="3890772"/>
            <a:ext cx="11887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82312" y="3968496"/>
            <a:ext cx="493776" cy="493776"/>
          </a:xfrm>
          <a:prstGeom prst="ellipse">
            <a:avLst/>
          </a:prstGeom>
          <a:solidFill>
            <a:srgbClr val="DF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82312" y="3968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4375404" y="42702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4375404" y="44988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mtspc_logistique · AES-256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74320" y="4690872"/>
            <a:ext cx="640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048" y="46908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Keycloak SSO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84048" y="48371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identités et émet les tokens JWT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468880" y="4690872"/>
            <a:ext cx="64008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78608" y="46908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HTTPS + JWT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578608" y="48371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chiffrée + identité vérifiée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663440" y="4690872"/>
            <a:ext cx="64008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73168" y="46908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AES-256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773168" y="48371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stockées chiffrées au repos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858000" y="4690872"/>
            <a:ext cx="64008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67728" y="46908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Audit Log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967728" y="48371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tracée et horodatée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protège vos données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58784" y="128016"/>
            <a:ext cx="420624" cy="42062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58784" y="128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" y="960120"/>
            <a:ext cx="4114800" cy="1627632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1440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914400"/>
            <a:ext cx="118872" cy="16276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914400" cy="914400"/>
          </a:xfrm>
          <a:prstGeom prst="ellipse">
            <a:avLst/>
          </a:prstGeom>
          <a:solidFill>
            <a:srgbClr val="FEF0E3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9344" y="11521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SSO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9344" y="158191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centralisée (SSO)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9344" y="19019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ne circule vers l'API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960120"/>
            <a:ext cx="4114800" cy="1627632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91440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914400"/>
            <a:ext cx="118872" cy="16276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1184" y="1261872"/>
            <a:ext cx="914400" cy="914400"/>
          </a:xfrm>
          <a:prstGeom prst="ellipse">
            <a:avLst/>
          </a:prstGeom>
          <a:solidFill>
            <a:srgbClr val="D6E8F8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0" y="11521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158191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chiffrées en transit (TLS)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19019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vérifiée à chaque requête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" y="2834640"/>
            <a:ext cx="4114800" cy="1627632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78892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788920"/>
            <a:ext cx="118872" cy="16276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136392"/>
            <a:ext cx="914400" cy="914400"/>
          </a:xfrm>
          <a:prstGeom prst="ellipse">
            <a:avLst/>
          </a:prstGeom>
          <a:solidFill>
            <a:srgbClr val="DF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09344" y="302666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9344" y="345643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militaire pour les données au repos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09344" y="377647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Illisibles sans clé secrète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7448" y="2834640"/>
            <a:ext cx="4114800" cy="1627632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2788920"/>
            <a:ext cx="411480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2788920"/>
            <a:ext cx="118872" cy="16276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136392"/>
            <a:ext cx="914400" cy="914400"/>
          </a:xfrm>
          <a:prstGeom prst="ellipse">
            <a:avLst/>
          </a:prstGeom>
          <a:solidFill>
            <a:srgbClr val="F0E6F8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943600" y="302666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0" y="345643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tracée et horodatée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377647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opérations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NAJDA — Architecture sécurisée de bout en bout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NAJDA Architecture — Éditable</dc:title>
  <dc:subject>PptxGenJS Presentation</dc:subject>
  <dc:creator>PptxGenJS</dc:creator>
  <cp:lastModifiedBy>PptxGenJS</cp:lastModifiedBy>
  <cp:revision>1</cp:revision>
  <dcterms:created xsi:type="dcterms:W3CDTF">2026-04-11T01:46:49Z</dcterms:created>
  <dcterms:modified xsi:type="dcterms:W3CDTF">2026-04-11T01:46:49Z</dcterms:modified>
</cp:coreProperties>
</file>